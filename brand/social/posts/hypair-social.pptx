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6000750"/>
  <p:notesSz cx="600075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-1524000"/>
            <a:ext cx="5905500" cy="5905500"/>
          </a:xfrm>
          <a:prstGeom prst="ellipse">
            <a:avLst/>
          </a:prstGeom>
          <a:gradFill rotWithShape="1">
            <a:gsLst>
              <a:gs pos="0">
                <a:srgbClr val="D4AA50">
                  <a:alpha val="22000"/>
                </a:srgbClr>
              </a:gs>
              <a:gs pos="62000">
                <a:srgbClr val="D4AA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1524000" y="314325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E5202A">
                  <a:alpha val="16000"/>
                </a:srgbClr>
              </a:gs>
              <a:gs pos="60000">
                <a:srgbClr val="E520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609600" y="688032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D4AA50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688032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51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14425" y="740420"/>
            <a:ext cx="848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8" kern="0" dirty="0">
                <a:solidFill>
                  <a:srgbClr val="F5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</a:t>
            </a:r>
            <a:pPr algn="l" indent="0" marL="0">
              <a:buNone/>
            </a:pPr>
            <a:r>
              <a:rPr lang="en-US" sz="1950" b="1" spc="38" kern="0" dirty="0">
                <a:solidFill>
                  <a:srgbClr val="D4A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09600" y="1373832"/>
            <a:ext cx="2347317" cy="352425"/>
          </a:xfrm>
          <a:prstGeom prst="roundRect">
            <a:avLst>
              <a:gd name="adj" fmla="val 50000"/>
            </a:avLst>
          </a:prstGeom>
          <a:solidFill>
            <a:srgbClr val="E5202A">
              <a:alpha val="12000"/>
            </a:srgbClr>
          </a:solidFill>
          <a:ln w="9525">
            <a:solidFill>
              <a:srgbClr val="E5202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2475" y="1511945"/>
            <a:ext cx="76200" cy="76200"/>
          </a:xfrm>
          <a:prstGeom prst="ellipse">
            <a:avLst/>
          </a:prstGeom>
          <a:solidFill>
            <a:srgbClr val="E5202A"/>
          </a:solidFill>
          <a:ln/>
        </p:spPr>
      </p:sp>
      <p:sp>
        <p:nvSpPr>
          <p:cNvPr id="9" name="Text 7"/>
          <p:cNvSpPr/>
          <p:nvPr/>
        </p:nvSpPr>
        <p:spPr>
          <a:xfrm>
            <a:off x="904875" y="1450032"/>
            <a:ext cx="19853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20" kern="0" dirty="0">
                <a:solidFill>
                  <a:srgbClr val="F0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LAUNCHING SOON · IRELAND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09600" y="1954857"/>
            <a:ext cx="5886450" cy="1510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300" b="1" spc="-75" kern="0" dirty="0">
                <a:solidFill>
                  <a:srgbClr val="F5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your </a:t>
            </a:r>
            <a:pPr algn="l" indent="0" marL="0">
              <a:lnSpc>
                <a:spcPct val="92000"/>
              </a:lnSpc>
              <a:buNone/>
            </a:pPr>
            <a:r>
              <a:rPr lang="en-US" sz="6300" b="1" spc="-75" kern="0" dirty="0">
                <a:solidFill>
                  <a:srgbClr val="E5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match.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609600" y="3655368"/>
            <a:ext cx="470916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leave your HYROX doubles partner to chance. HyPair pairs you by pace, goal and the exact race you're entering.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600" y="4826943"/>
            <a:ext cx="2450009" cy="485775"/>
          </a:xfrm>
          <a:prstGeom prst="roundRect">
            <a:avLst>
              <a:gd name="adj" fmla="val 25490"/>
            </a:avLst>
          </a:prstGeom>
          <a:solidFill>
            <a:srgbClr val="E5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" y="4969818"/>
            <a:ext cx="1783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WAITLIST</a:t>
            </a:r>
            <a:endParaRPr lang="en-US" sz="13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50034" y="4988868"/>
            <a:ext cx="161925" cy="16192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231059" y="4917430"/>
            <a:ext cx="8395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8" kern="0" dirty="0">
                <a:solidFill>
                  <a:srgbClr val="D4A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hypair.app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94397" y="726991"/>
            <a:ext cx="3936555" cy="4523837"/>
          </a:xfrm>
          <a:prstGeom prst="roundRect">
            <a:avLst>
              <a:gd name="adj" fmla="val 4839"/>
            </a:avLst>
          </a:prstGeom>
          <a:solidFill>
            <a:srgbClr val="11161E"/>
          </a:solidFill>
          <a:ln w="9525">
            <a:solidFill>
              <a:srgbClr val="D4AA50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24638" y="957231"/>
            <a:ext cx="3379001" cy="371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20" kern="0" dirty="0">
                <a:solidFill>
                  <a:srgbClr val="7A82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</a:t>
            </a:r>
            <a:endParaRPr lang="en-US" sz="825" dirty="0"/>
          </a:p>
        </p:txBody>
      </p:sp>
      <p:sp>
        <p:nvSpPr>
          <p:cNvPr id="18" name="Shape 15"/>
          <p:cNvSpPr/>
          <p:nvPr/>
        </p:nvSpPr>
        <p:spPr>
          <a:xfrm>
            <a:off x="6840091" y="1399658"/>
            <a:ext cx="480501" cy="480501"/>
          </a:xfrm>
          <a:prstGeom prst="ellipse">
            <a:avLst/>
          </a:prstGeom>
          <a:solidFill>
            <a:srgbClr val="222A35"/>
          </a:solidFill>
          <a:ln w="9525">
            <a:solidFill>
              <a:srgbClr val="D4AA50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1516" y="1409183"/>
            <a:ext cx="537651" cy="49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413300" y="1366780"/>
            <a:ext cx="1506868" cy="302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5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M.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7424268" y="1576043"/>
            <a:ext cx="1504874" cy="264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Dublin · HYROX Doubles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6876482" y="2044616"/>
            <a:ext cx="1558033" cy="4348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5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A82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2550" dirty="0"/>
          </a:p>
        </p:txBody>
      </p:sp>
      <p:sp>
        <p:nvSpPr>
          <p:cNvPr id="23" name="Shape 20"/>
          <p:cNvSpPr/>
          <p:nvPr/>
        </p:nvSpPr>
        <p:spPr>
          <a:xfrm>
            <a:off x="9688528" y="1879890"/>
            <a:ext cx="480501" cy="480501"/>
          </a:xfrm>
          <a:prstGeom prst="ellipse">
            <a:avLst/>
          </a:prstGeom>
          <a:ln w="19050">
            <a:solidFill>
              <a:srgbClr val="5BBF8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69478" y="1898940"/>
            <a:ext cx="518601" cy="48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5BB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6904897" y="2488655"/>
            <a:ext cx="3272608" cy="18099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7654" y="2896108"/>
            <a:ext cx="150157" cy="15015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160682" y="2685401"/>
            <a:ext cx="2440408" cy="315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5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013" dirty="0"/>
          </a:p>
        </p:txBody>
      </p:sp>
      <p:sp>
        <p:nvSpPr>
          <p:cNvPr id="28" name="Text 24"/>
          <p:cNvSpPr/>
          <p:nvPr/>
        </p:nvSpPr>
        <p:spPr>
          <a:xfrm>
            <a:off x="7169250" y="2848887"/>
            <a:ext cx="2439816" cy="304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· same as you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6234" y="2764692"/>
            <a:ext cx="130136" cy="1301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778674" y="2746369"/>
            <a:ext cx="494020" cy="173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75" kern="0" dirty="0">
                <a:solidFill>
                  <a:srgbClr val="5BB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825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40679" y="3335441"/>
            <a:ext cx="150157" cy="15015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83706" y="3124734"/>
            <a:ext cx="2440409" cy="315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5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</a:t>
            </a:r>
            <a:endParaRPr lang="en-US" sz="1013" dirty="0"/>
          </a:p>
        </p:txBody>
      </p:sp>
      <p:sp>
        <p:nvSpPr>
          <p:cNvPr id="33" name="Text 27"/>
          <p:cNvSpPr/>
          <p:nvPr/>
        </p:nvSpPr>
        <p:spPr>
          <a:xfrm>
            <a:off x="7192274" y="3288221"/>
            <a:ext cx="2439816" cy="304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5:05/km</a:t>
            </a:r>
            <a:endParaRPr lang="en-US" sz="9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9259" y="3204025"/>
            <a:ext cx="130136" cy="13013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01699" y="3185702"/>
            <a:ext cx="494019" cy="173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75" kern="0" dirty="0">
                <a:solidFill>
                  <a:srgbClr val="5BB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825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63704" y="3774774"/>
            <a:ext cx="150157" cy="15015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206730" y="3564067"/>
            <a:ext cx="2440408" cy="315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5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</a:t>
            </a:r>
            <a:endParaRPr lang="en-US" sz="1013" dirty="0"/>
          </a:p>
        </p:txBody>
      </p:sp>
      <p:sp>
        <p:nvSpPr>
          <p:cNvPr id="38" name="Text 30"/>
          <p:cNvSpPr/>
          <p:nvPr/>
        </p:nvSpPr>
        <p:spPr>
          <a:xfrm>
            <a:off x="7215299" y="3727553"/>
            <a:ext cx="2439816" cy="304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· same division</a:t>
            </a:r>
            <a:endParaRPr lang="en-US" sz="9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72283" y="3643358"/>
            <a:ext cx="130136" cy="13013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824724" y="3625035"/>
            <a:ext cx="494020" cy="173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75" kern="0" dirty="0">
                <a:solidFill>
                  <a:srgbClr val="5BB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825" dirty="0"/>
          </a:p>
        </p:txBody>
      </p:sp>
      <p:sp>
        <p:nvSpPr>
          <p:cNvPr id="41" name="Shape 32"/>
          <p:cNvSpPr/>
          <p:nvPr/>
        </p:nvSpPr>
        <p:spPr>
          <a:xfrm>
            <a:off x="6983441" y="3987381"/>
            <a:ext cx="3290850" cy="529074"/>
          </a:xfrm>
          <a:prstGeom prst="roundRect">
            <a:avLst>
              <a:gd name="adj" fmla="val 19803"/>
            </a:avLst>
          </a:prstGeom>
          <a:solidFill>
            <a:srgbClr val="5BBF86">
              <a:alpha val="13000"/>
            </a:srgbClr>
          </a:solidFill>
          <a:ln w="9525">
            <a:solidFill>
              <a:srgbClr val="5BBF86">
                <a:alpha val="2500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13226" y="4262871"/>
            <a:ext cx="130136" cy="13013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312331" y="4126494"/>
            <a:ext cx="2374718" cy="306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5BB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pace match — great doubles potential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7010158" y="4497162"/>
            <a:ext cx="3272608" cy="18099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5" name="Text 35"/>
          <p:cNvSpPr/>
          <p:nvPr/>
        </p:nvSpPr>
        <p:spPr>
          <a:xfrm>
            <a:off x="7019131" y="4796405"/>
            <a:ext cx="913848" cy="243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0" kern="0" dirty="0">
                <a:solidFill>
                  <a:srgbClr val="7A82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TEAM FINISH</a:t>
            </a:r>
            <a:endParaRPr lang="en-US" sz="825" dirty="0"/>
          </a:p>
        </p:txBody>
      </p:sp>
      <p:sp>
        <p:nvSpPr>
          <p:cNvPr id="46" name="Text 36"/>
          <p:cNvSpPr/>
          <p:nvPr/>
        </p:nvSpPr>
        <p:spPr>
          <a:xfrm>
            <a:off x="9506994" y="4649353"/>
            <a:ext cx="869918" cy="278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D4A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~1:08:30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2026-06-22T12:36:50Z</dcterms:created>
  <dcterms:modified xsi:type="dcterms:W3CDTF">2026-06-22T12:36:50Z</dcterms:modified>
</cp:coreProperties>
</file>